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669280" cy="56692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737360"/>
            <a:ext cx="109728" cy="246888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AA6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 Tech LLC 旗下求职就业服务  ·  公司简介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86968" y="18288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JYCareer</a:t>
            </a:r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杰圆求职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86968" y="3063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E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聚焦科技 · 金融 · 生化 · 传媒艺术四大高薪赛道，背靠真实企业资源 + AI 与真人双导师，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E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陪学生从校园走到 offer —— 对结果负责。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86968" y="41148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4114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14600" y="41148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E09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4114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42232" y="41148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1FA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2232" y="4114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生化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9864" y="411480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7C5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864" y="41148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传媒艺术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5989320"/>
            <a:ext cx="11055096" cy="0"/>
          </a:xfrm>
          <a:prstGeom prst="line">
            <a:avLst/>
          </a:prstGeom>
          <a:noFill/>
          <a:ln w="12700">
            <a:solidFill>
              <a:srgbClr val="2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 Tech LLC · Operating in the San Francisco Bay Area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一页读懂 JYCareer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是 JY Tech LLC 旗下的求职就业服务板块 —— 专注帮学生拿到实习与工作，从简历到 offer 全流程陪跑，背靠真实企业内容资源。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253060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240280"/>
            <a:ext cx="82296" cy="178308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14016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3200400"/>
            <a:ext cx="207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大高薪赛道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520440"/>
            <a:ext cx="207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科技·金融·生化·传媒艺术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8426" y="2240280"/>
            <a:ext cx="253060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8426" y="2240280"/>
            <a:ext cx="82296" cy="178308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82746" y="2414016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82746" y="3200400"/>
            <a:ext cx="207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简历 → offer 陪跑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82746" y="3520440"/>
            <a:ext cx="207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不止上课，对结果负责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9924" y="2240280"/>
            <a:ext cx="253060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9924" y="2240280"/>
            <a:ext cx="82296" cy="178308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17" name="Text 15"/>
          <p:cNvSpPr/>
          <p:nvPr/>
        </p:nvSpPr>
        <p:spPr>
          <a:xfrm>
            <a:off x="6524244" y="2414016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A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企业直连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524244" y="3200400"/>
            <a:ext cx="207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真实岗位 + 内推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24244" y="3520440"/>
            <a:ext cx="207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合作企业直达用人方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1422" y="2240280"/>
            <a:ext cx="253060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1422" y="2240280"/>
            <a:ext cx="82296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365742" y="2414016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双导师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365742" y="3200400"/>
            <a:ext cx="2073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+ 真人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65742" y="3520440"/>
            <a:ext cx="207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随问随答 + 一对一陪跑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434840"/>
            <a:ext cx="1105509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4434840"/>
            <a:ext cx="82296" cy="16002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7" name="Shape 25"/>
          <p:cNvSpPr/>
          <p:nvPr/>
        </p:nvSpPr>
        <p:spPr>
          <a:xfrm>
            <a:off x="978408" y="48006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81328" y="470916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6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不止上课 —— 对接岗位、内推与录取，为结果负责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48006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470916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6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背靠真实企业岗位与合作内容，学 → 练 → 就业打通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48472" y="48006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348472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51392" y="470916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6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随问随答 + 真人顾问陪跑，岗位与内容持续更新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公司简介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与别人不一样的地方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别人只教「怎么学」，我们把「学 → 练 → 拿到实习 / offer」打通成闭环，背靠真实企业资源，对结果负责。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721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03120"/>
            <a:ext cx="82296" cy="173736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487168"/>
            <a:ext cx="640080" cy="64008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55648" y="2450592"/>
            <a:ext cx="3909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就业导向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55648" y="2944368"/>
            <a:ext cx="3909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以拿到岗位 / 录取为目标，不停在「发一张证书」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9924" y="2103120"/>
            <a:ext cx="53721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49924" y="2103120"/>
            <a:ext cx="82296" cy="173736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69964" y="2487168"/>
            <a:ext cx="640080" cy="640080"/>
          </a:xfrm>
          <a:prstGeom prst="ellipse">
            <a:avLst/>
          </a:prstGeom>
          <a:solidFill>
            <a:srgbClr val="E0912B"/>
          </a:solidFill>
          <a:ln/>
        </p:spPr>
      </p:sp>
      <p:sp>
        <p:nvSpPr>
          <p:cNvPr id="14" name="Text 12"/>
          <p:cNvSpPr/>
          <p:nvPr/>
        </p:nvSpPr>
        <p:spPr>
          <a:xfrm>
            <a:off x="6569964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38644" y="2450592"/>
            <a:ext cx="3909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企业资源直连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438644" y="2944368"/>
            <a:ext cx="3909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真实企业岗位、内推与合作内容，直接喂给学员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114800"/>
            <a:ext cx="53721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4114800"/>
            <a:ext cx="82296" cy="173736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968" y="4498848"/>
            <a:ext cx="640080" cy="640080"/>
          </a:xfrm>
          <a:prstGeom prst="ellipse">
            <a:avLst/>
          </a:prstGeom>
          <a:solidFill>
            <a:srgbClr val="1FA98B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" y="4498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55648" y="4462272"/>
            <a:ext cx="3909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+ 真人导师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755648" y="4956048"/>
            <a:ext cx="3909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导师随问随答，真人顾问一对一陪跑到底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49924" y="4114800"/>
            <a:ext cx="53721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49924" y="4114800"/>
            <a:ext cx="82296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6569964" y="44988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569964" y="4498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38644" y="4462272"/>
            <a:ext cx="3909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双语跨境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438644" y="4956048"/>
            <a:ext cx="3909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中英双语服务，覆盖国内与海外（北美 / 欧洲）求职机会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公司简介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核心团队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创始人带队，一支既懂 AI 技术、又懂求职就业的团队 —— 从战略到一对一陪跑，亲自带学生拿到 offer。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5096" cy="1234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74520"/>
            <a:ext cx="82296" cy="123444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2103120"/>
            <a:ext cx="777240" cy="777240"/>
          </a:xfrm>
          <a:prstGeom prst="ellipse">
            <a:avLst/>
          </a:prstGeom>
          <a:solidFill>
            <a:srgbClr val="E0912B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84248" y="2121408"/>
            <a:ext cx="9043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Lin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创始人兼 CEO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984248" y="2551176"/>
            <a:ext cx="9043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曾就职于　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Google · Amazon · Meta · Apple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291840"/>
            <a:ext cx="3477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291840"/>
            <a:ext cx="82296" cy="22860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848612" y="3566160"/>
            <a:ext cx="914400" cy="91440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4" name="Text 12"/>
          <p:cNvSpPr/>
          <p:nvPr/>
        </p:nvSpPr>
        <p:spPr>
          <a:xfrm>
            <a:off x="1848612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4590288"/>
            <a:ext cx="2929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Helen Lan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" y="4992624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联合创始人 · CCO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55592" y="3291840"/>
            <a:ext cx="3477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55592" y="3291840"/>
            <a:ext cx="82296" cy="22860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37276" y="3566160"/>
            <a:ext cx="914400" cy="914400"/>
          </a:xfrm>
          <a:prstGeom prst="ellipse">
            <a:avLst/>
          </a:prstGeom>
          <a:solidFill>
            <a:srgbClr val="E0912B"/>
          </a:solidFill>
          <a:ln/>
        </p:spPr>
      </p:sp>
      <p:sp>
        <p:nvSpPr>
          <p:cNvPr id="20" name="Text 18"/>
          <p:cNvSpPr/>
          <p:nvPr/>
        </p:nvSpPr>
        <p:spPr>
          <a:xfrm>
            <a:off x="5637276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29912" y="4590288"/>
            <a:ext cx="2929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Saurabh Taluja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29912" y="4992624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09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求职咨询负责人 · Cornell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44256" y="3291840"/>
            <a:ext cx="34777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44256" y="3291840"/>
            <a:ext cx="82296" cy="228600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25" name="Shape 23"/>
          <p:cNvSpPr/>
          <p:nvPr/>
        </p:nvSpPr>
        <p:spPr>
          <a:xfrm>
            <a:off x="9425940" y="3566160"/>
            <a:ext cx="914400" cy="914400"/>
          </a:xfrm>
          <a:prstGeom prst="ellipse">
            <a:avLst/>
          </a:prstGeom>
          <a:solidFill>
            <a:srgbClr val="1FA98B"/>
          </a:solidFill>
          <a:ln/>
        </p:spPr>
      </p:sp>
      <p:sp>
        <p:nvSpPr>
          <p:cNvPr id="26" name="Text 24"/>
          <p:cNvSpPr/>
          <p:nvPr/>
        </p:nvSpPr>
        <p:spPr>
          <a:xfrm>
            <a:off x="94259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8576" y="4590288"/>
            <a:ext cx="2929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Abdul Hakeem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18576" y="4992624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A9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求职顾问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577900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团队与导师背景　</a:t>
            </a:r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深耕北美求职，覆盖四大赛道；导师网络具备 Cornell · Stanford · UC Berkeley · UC Davis 等顶尖学府背景。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核心团队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MENTORS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导师资源：AI + 真人双导师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 AI 导师覆盖长尾问题、随问随答，一支行业一线真人导师一对一陪跑 —— 两者叠加，学生任何时候都有人带。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4480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48840"/>
            <a:ext cx="82296" cy="16002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导师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281635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7×24 随问随答，覆盖简历、面试、岗位与行业长尾问题；由日更 / 周更内容持续供血，始终最新。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977640"/>
            <a:ext cx="4480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3977640"/>
            <a:ext cx="82296" cy="160020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4206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真人行业导师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464515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来自科技 / 金融 / 生化 / 传媒艺术的在职前辈，一对一陪跑：定方向、改简历、模拟面试、内推直达用人方。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13248" y="2148840"/>
            <a:ext cx="6208776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13248" y="2148840"/>
            <a:ext cx="82296" cy="34290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5" name="Text 13"/>
          <p:cNvSpPr/>
          <p:nvPr/>
        </p:nvSpPr>
        <p:spPr>
          <a:xfrm>
            <a:off x="5824728" y="237744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导师与团队背景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24728" y="2971800"/>
            <a:ext cx="128016" cy="566928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099048" y="2926080"/>
            <a:ext cx="5111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一线科技公司履历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099048" y="3227832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· Meta · Google 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24728" y="3813048"/>
            <a:ext cx="128016" cy="566928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48" y="3767328"/>
            <a:ext cx="5111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顶尖学府背景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099048" y="4069080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Cornell · Stanford · UC Berkeley · UC Davis 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24728" y="4654296"/>
            <a:ext cx="128016" cy="566928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3" name="Text 21"/>
          <p:cNvSpPr/>
          <p:nvPr/>
        </p:nvSpPr>
        <p:spPr>
          <a:xfrm>
            <a:off x="6099048" y="4608576"/>
            <a:ext cx="5111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专注方向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099048" y="4910328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研发与应用：数据 · 量化 · 风控 · ESG 场景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760720"/>
            <a:ext cx="1105509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5760720"/>
            <a:ext cx="82296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" y="5760720"/>
            <a:ext cx="10232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猎头 / 招聘合作网络：</a:t>
            </a:r>
            <a:pPr indent="0" marL="0">
              <a:buNone/>
            </a:pPr>
            <a:r>
              <a:rPr lang="en-US" sz="12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对接多家猎头与招聘机构，持续扩大真实岗位与内推来源，直达用人方。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导师资源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覆盖科技 · 金融 · 生化 · 传媒的行业企业生态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我们持续追踪并对接这些行业的用人企业与岗位机会 —— 覆盖不代表逐一达成合作，但这些正是学生要去的地方。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5096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pic>
        <p:nvPicPr>
          <p:cNvPr id="6" name="Image 0" descr="/Users/wlin/dev/jytech/jyedu-career/docs/marketing/companies/dcba43bae28cd06b584204b1328920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3262" y="2148840"/>
            <a:ext cx="5502428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合作企业资源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OUR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从已连接到可触达：企业与岗位网络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三层数据、口径清楚：已连接的、正在联系的、以及可系统化触达的 —— 底子实，空间大。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477768" cy="1965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011680"/>
            <a:ext cx="3477768" cy="82296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231136"/>
            <a:ext cx="2929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已连接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" y="2615184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11,800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77824" y="318211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家企业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345643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31,330 个真实岗位（全部早期职位）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3712464"/>
            <a:ext cx="2929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B9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可立即对接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55592" y="2011680"/>
            <a:ext cx="34777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5592" y="2011680"/>
            <a:ext cx="82296" cy="196596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6488" y="2231136"/>
            <a:ext cx="2929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在联系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6488" y="2615184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2,338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6488" y="318211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招聘方联系人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6488" y="345643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+ 106 精准触达联系人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6488" y="3712464"/>
            <a:ext cx="2929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已建立联系，持续跟进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44256" y="2011680"/>
            <a:ext cx="34777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44256" y="2011680"/>
            <a:ext cx="82296" cy="1965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21" name="Text 19"/>
          <p:cNvSpPr/>
          <p:nvPr/>
        </p:nvSpPr>
        <p:spPr>
          <a:xfrm>
            <a:off x="8455152" y="2231136"/>
            <a:ext cx="2929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可触达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55152" y="2615184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40万+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455152" y="318211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招聘方联系人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5152" y="3456432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数十万目标企业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55152" y="3712464"/>
            <a:ext cx="2929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覆盖范围 · 非承诺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4160520"/>
            <a:ext cx="1105509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4160520"/>
            <a:ext cx="82296" cy="169164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270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代表性目标企业（部分）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32688" y="4645152"/>
            <a:ext cx="91440" cy="77724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30" name="Text 28"/>
          <p:cNvSpPr/>
          <p:nvPr/>
        </p:nvSpPr>
        <p:spPr>
          <a:xfrm>
            <a:off x="1133856" y="4626864"/>
            <a:ext cx="2306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科技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3856" y="4937760"/>
            <a:ext cx="2215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TikTok · Apple · NVIDIA · Anthropic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13582" y="4645152"/>
            <a:ext cx="91440" cy="77724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33" name="Text 31"/>
          <p:cNvSpPr/>
          <p:nvPr/>
        </p:nvSpPr>
        <p:spPr>
          <a:xfrm>
            <a:off x="3714750" y="4626864"/>
            <a:ext cx="2306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9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金融 · 量化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714750" y="4937760"/>
            <a:ext cx="2215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Citadel · Jane Street · Goldman Sachs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94476" y="4645152"/>
            <a:ext cx="91440" cy="77724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36" name="Text 34"/>
          <p:cNvSpPr/>
          <p:nvPr/>
        </p:nvSpPr>
        <p:spPr>
          <a:xfrm>
            <a:off x="6295644" y="4626864"/>
            <a:ext cx="2306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生化 · 医药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95644" y="4937760"/>
            <a:ext cx="2215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Genentech · Amgen · Ginkgo Bioworks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75370" y="4645152"/>
            <a:ext cx="91440" cy="77724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9" name="Text 37"/>
          <p:cNvSpPr/>
          <p:nvPr/>
        </p:nvSpPr>
        <p:spPr>
          <a:xfrm>
            <a:off x="8876538" y="4626864"/>
            <a:ext cx="2306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传媒 · 艺术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876538" y="4937760"/>
            <a:ext cx="2215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Netflix · Disney · Adobe · EA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59618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已连接企业，可对接 · ② 正在联系与跟进 · ③ 可系统化触达的覆盖池（非承诺）；覆盖不等于保证录用。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合作企业资源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FLAGSHIP PARTNER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硅谷 AI 科技创新公司 · 真实实训项目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总部位于硅谷，专注 AI 研发与应用，为学生提供可写进简历的真实企业实训与内推。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4754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057400"/>
            <a:ext cx="82296" cy="310896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团队与背书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743200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核心团队来自 OpenAI、Meta、Google 等一线科技公司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并有 Cornell、Stanford、UC Berkeley、UC Davis 等顶尖学府背景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总部位于硅谷，专注 AI 研发与应用，覆盖数据 / 量化 / 风控 / ESG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87568" y="2057400"/>
            <a:ext cx="28300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87568" y="2057400"/>
            <a:ext cx="82296" cy="141732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1" name="Text 9"/>
          <p:cNvSpPr/>
          <p:nvPr/>
        </p:nvSpPr>
        <p:spPr>
          <a:xfrm>
            <a:off x="5980176" y="2441448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0176" y="288036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91956" y="2057400"/>
            <a:ext cx="28300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91956" y="2057400"/>
            <a:ext cx="82296" cy="141732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084564" y="2441448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量化金融 &amp; ML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84564" y="288036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 Finance &amp; 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87568" y="3749040"/>
            <a:ext cx="28300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87568" y="3749040"/>
            <a:ext cx="82296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980176" y="4133088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风险管理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0176" y="457200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91956" y="3749040"/>
            <a:ext cx="28300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791956" y="3749040"/>
            <a:ext cx="82296" cy="141732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23" name="Text 21"/>
          <p:cNvSpPr/>
          <p:nvPr/>
        </p:nvSpPr>
        <p:spPr>
          <a:xfrm>
            <a:off x="9084564" y="4133088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ESG 可持续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84564" y="457200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A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/ CSR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394960"/>
            <a:ext cx="4754880" cy="566928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3949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官方实训证明 + 推荐信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87568" y="5394960"/>
            <a:ext cx="2830068" cy="566928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687568" y="5394960"/>
            <a:ext cx="2830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支持背景调查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791956" y="5394960"/>
            <a:ext cx="2830068" cy="566928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791956" y="5394960"/>
            <a:ext cx="2830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 CPT / OPT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合作企业资源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成功案例：真实发生的改变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46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82296" cy="338328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011680"/>
            <a:ext cx="731520" cy="73152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47088" y="2057400"/>
            <a:ext cx="3790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 J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47088" y="2450592"/>
            <a:ext cx="3790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在校生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78408" y="2907792"/>
            <a:ext cx="4521708" cy="0"/>
          </a:xfrm>
          <a:prstGeom prst="line">
            <a:avLst/>
          </a:prstGeom>
          <a:noFill/>
          <a:ln w="19050">
            <a:solidFill>
              <a:srgbClr val="C4C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054096"/>
            <a:ext cx="4521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i="1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「还在读书时，团队就按我的兴趣和作息匹配企业实训与科研项目，让我提前接触到顶尖项目与大厂机会，还带我做了面试技巧与实战训练。」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78408" y="4407408"/>
            <a:ext cx="4521708" cy="548640"/>
          </a:xfrm>
          <a:prstGeom prst="roundRect">
            <a:avLst>
              <a:gd name="adj" fmla="val 20000"/>
            </a:avLst>
          </a:prstGeom>
          <a:solidFill>
            <a:srgbClr val="2F6BFF">
              <a:alpha val="1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407408"/>
            <a:ext cx="4521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已拿到大厂 Offer，进入心仪公司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7356" y="1691640"/>
            <a:ext cx="53446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7356" y="1691640"/>
            <a:ext cx="82296" cy="338328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6643116" y="2011680"/>
            <a:ext cx="731520" cy="731520"/>
          </a:xfrm>
          <a:prstGeom prst="ellipse">
            <a:avLst/>
          </a:prstGeom>
          <a:solidFill>
            <a:srgbClr val="E09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643116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57516" y="2057400"/>
            <a:ext cx="3790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职员 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557516" y="2450592"/>
            <a:ext cx="3790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职场人士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88836" y="2907792"/>
            <a:ext cx="4521708" cy="0"/>
          </a:xfrm>
          <a:prstGeom prst="line">
            <a:avLst/>
          </a:prstGeom>
          <a:noFill/>
          <a:ln w="19050">
            <a:solidFill>
              <a:srgbClr val="C4C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8836" y="3054096"/>
            <a:ext cx="45217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i="1" dirty="0">
                <a:solidFill>
                  <a:srgbClr val="3E49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「被裁员后我投了 100 多次都被拒。团队帮我把简历和面试从头打磨、重建面试技巧，面试机会一下子多了起来。」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88836" y="4407408"/>
            <a:ext cx="4521708" cy="548640"/>
          </a:xfrm>
          <a:prstGeom prst="roundRect">
            <a:avLst>
              <a:gd name="adj" fmla="val 20000"/>
            </a:avLst>
          </a:prstGeom>
          <a:solidFill>
            <a:srgbClr val="E0912B">
              <a:alpha val="15000"/>
            </a:srgbClr>
          </a:solidFill>
          <a:ln w="12700">
            <a:solidFill>
              <a:srgbClr val="E091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8836" y="4407408"/>
            <a:ext cx="4521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9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成功拿到 Offer，重返职场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53035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每一个案例背后，都是一个真实的人和一次真正的转变。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成功案例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服务与价格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按录用结果分三档；实习转正（拿到 Return Offer）或直接拿到正式 offer 后，加收第一年税前年薪 15%。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477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965960"/>
            <a:ext cx="82296" cy="301752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258568"/>
            <a:ext cx="292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无薪实习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2715768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A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 Internship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246120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A9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¥4.8万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77824" y="3904488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一次性费用 · 无额外抽成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4361688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适合：积累名企实训经历、补齐简历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5592" y="1965960"/>
            <a:ext cx="3477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5592" y="1965960"/>
            <a:ext cx="82296" cy="301752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6488" y="2258568"/>
            <a:ext cx="292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有薪实习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6488" y="2715768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Internship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6488" y="3246120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¥6万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66488" y="3904488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拿到 Return Offer 后加收 15%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6488" y="4361688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适合：带薪实习、争取转正跳板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44256" y="1965960"/>
            <a:ext cx="3477768" cy="30175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44256" y="1965960"/>
            <a:ext cx="3477768" cy="82296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1" name="Text 19"/>
          <p:cNvSpPr/>
          <p:nvPr/>
        </p:nvSpPr>
        <p:spPr>
          <a:xfrm>
            <a:off x="8455152" y="2258568"/>
            <a:ext cx="292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正式岗位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55152" y="2715768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Full-time Offer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5152" y="3246120"/>
            <a:ext cx="292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¥8万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455152" y="3904488"/>
            <a:ext cx="292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A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入职第一年税前年薪 15%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55152" y="4361688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适合：应届 / 社招拿下正式 offer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212080"/>
            <a:ext cx="110550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5212080"/>
            <a:ext cx="82296" cy="77724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" y="5212080"/>
            <a:ext cx="10232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全部套餐含　</a:t>
            </a:r>
            <a:pPr indent="0" marL="0">
              <a:buNone/>
            </a:pPr>
            <a:r>
              <a:rPr lang="en-US" sz="110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一对一陪跑 + 简历/面试打磨 + 岗位匹配与内推 + AI 与真人双导师；无薪实习为一次性费用；有薪实习在拿到 Return Offer 后加收 15%，正式岗位加收第一年税前年薪 15%。（价格为人民币）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服务与价格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FOR PARTNERS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JYCareer 合作，机构能拿到什么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把品牌、内容、企业资源与技术底座打包输出，贵机构专注招生与运营 —— 轻资产起步。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721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48840"/>
            <a:ext cx="82296" cy="109728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468880"/>
            <a:ext cx="457200" cy="45720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27048" y="2386584"/>
            <a:ext cx="4183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品牌与课程授权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27048" y="2752344"/>
            <a:ext cx="4183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 JYCareer 品牌与成体系课程，直接落地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9924" y="2148840"/>
            <a:ext cx="53721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49924" y="2148840"/>
            <a:ext cx="82296" cy="109728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69964" y="2468880"/>
            <a:ext cx="457200" cy="457200"/>
          </a:xfrm>
          <a:prstGeom prst="ellipse">
            <a:avLst/>
          </a:prstGeom>
          <a:solidFill>
            <a:srgbClr val="E0912B"/>
          </a:solidFill>
          <a:ln/>
        </p:spPr>
      </p:sp>
      <p:sp>
        <p:nvSpPr>
          <p:cNvPr id="14" name="Text 12"/>
          <p:cNvSpPr/>
          <p:nvPr/>
        </p:nvSpPr>
        <p:spPr>
          <a:xfrm>
            <a:off x="6569964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10044" y="2386584"/>
            <a:ext cx="4183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企业岗位与内推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10044" y="2752344"/>
            <a:ext cx="4183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共享合作企业岗位与内推渠道，就业有底气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483864"/>
            <a:ext cx="53721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483864"/>
            <a:ext cx="82296" cy="1097280"/>
          </a:xfrm>
          <a:prstGeom prst="rect">
            <a:avLst/>
          </a:prstGeom>
          <a:solidFill>
            <a:srgbClr val="1FA98B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968" y="3803904"/>
            <a:ext cx="457200" cy="457200"/>
          </a:xfrm>
          <a:prstGeom prst="ellipse">
            <a:avLst/>
          </a:prstGeom>
          <a:solidFill>
            <a:srgbClr val="1FA98B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27048" y="3721608"/>
            <a:ext cx="4183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现成技术底座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27048" y="4087368"/>
            <a:ext cx="4183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登录门 / 内容站 / AI 导师即开即用，无需自建团队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9924" y="3483864"/>
            <a:ext cx="53721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49924" y="3483864"/>
            <a:ext cx="82296" cy="109728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569964" y="3803904"/>
            <a:ext cx="457200" cy="45720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569964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10044" y="3721608"/>
            <a:ext cx="4183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内容持续供给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10044" y="4087368"/>
            <a:ext cx="4183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岗位与行业内容持续更新，运营不掉队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818888"/>
            <a:ext cx="53721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" y="4818888"/>
            <a:ext cx="82296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886968" y="5138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86968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27048" y="5056632"/>
            <a:ext cx="4183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+ 真人双导师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527048" y="5422392"/>
            <a:ext cx="4183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学生全程有人带，机构不必自建师资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49924" y="4818888"/>
            <a:ext cx="53721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88900" dist="25400" dir="8100000">
              <a:srgbClr val="8592B5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49924" y="4818888"/>
            <a:ext cx="82296" cy="109728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37" name="Shape 35"/>
          <p:cNvSpPr/>
          <p:nvPr/>
        </p:nvSpPr>
        <p:spPr>
          <a:xfrm>
            <a:off x="6569964" y="5138928"/>
            <a:ext cx="457200" cy="457200"/>
          </a:xfrm>
          <a:prstGeom prst="ellipse">
            <a:avLst/>
          </a:prstGeom>
          <a:solidFill>
            <a:srgbClr val="E0912B"/>
          </a:solidFill>
          <a:ln/>
        </p:spPr>
      </p:sp>
      <p:sp>
        <p:nvSpPr>
          <p:cNvPr id="38" name="Text 36"/>
          <p:cNvSpPr/>
          <p:nvPr/>
        </p:nvSpPr>
        <p:spPr>
          <a:xfrm>
            <a:off x="6569964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10044" y="5056632"/>
            <a:ext cx="4183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区域独家可谈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210044" y="5422392"/>
            <a:ext cx="4183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9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重点区域 / 渠道可谈独家合作，先到先得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66928" y="60350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轻资产起步：无需自建团队与内容，先谈一块试点区域 / 渠道，跑通再扩张。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5DC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机构合作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120640" cy="512064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691640"/>
            <a:ext cx="109728" cy="18288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1737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欢迎与贵机构合作，一起把学生送到理想的 offer。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86968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把品牌、企业岗位资源、AI 与真人导师打包输出，贵机构专注招生与运营，我们负责结果。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86968" y="4023360"/>
            <a:ext cx="91440" cy="9144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咨询与合作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4407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招生与合作团队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98848" y="4023360"/>
            <a:ext cx="91440" cy="9144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服务方向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4407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学生求职就业（实习 · 校招 · offer）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10728" y="4023360"/>
            <a:ext cx="91440" cy="914400"/>
          </a:xfrm>
          <a:prstGeom prst="rect">
            <a:avLst/>
          </a:prstGeom>
          <a:solidFill>
            <a:srgbClr val="E0912B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机构主体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6760" y="4407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 Tech LLC · 旧金山湾区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5943600"/>
            <a:ext cx="11055096" cy="0"/>
          </a:xfrm>
          <a:prstGeom prst="line">
            <a:avLst/>
          </a:prstGeom>
          <a:noFill/>
          <a:ln w="12700">
            <a:solidFill>
              <a:srgbClr val="2A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B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JYCareer 杰圆求职  ·  背靠企业资源，把学习直接连到学生的实习与 offer。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JYCareer 公司简介</dc:title>
  <dc:subject>PptxGenJS Presentation</dc:subject>
  <dc:creator>JY Tech LLC</dc:creator>
  <cp:lastModifiedBy>JY Tech LLC</cp:lastModifiedBy>
  <cp:revision>1</cp:revision>
  <dcterms:created xsi:type="dcterms:W3CDTF">2026-08-10T04:53:03Z</dcterms:created>
  <dcterms:modified xsi:type="dcterms:W3CDTF">2026-08-10T04:53:03Z</dcterms:modified>
</cp:coreProperties>
</file>